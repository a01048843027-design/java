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4E732-11F7-DF29-318A-9220846D0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EA84A5-CA43-C6B5-F134-45278B297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177B4C-1AAC-3A40-365B-1998147EC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2E55E9-C2B1-E484-9424-8BAECE85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10C10-A966-21B8-91AB-4A8E1AFF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63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8B132-4528-DBB2-4274-90B50748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04E860-CC5A-073C-57C6-2DFBC73F1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BDB4AA-33C6-C719-6104-9170B716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ADE8C-A208-300D-CA32-A46F106B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E8C221-FD50-C7A2-CF3C-2AD426C4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491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D32286-FA49-F0EF-1F42-BE6C63FA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3C39EE-B1EC-1B24-6E35-C2F0DCD4C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4250F-2B08-EB5F-B267-EF9F5270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B4901-17E8-6E07-13C6-B6AFEF78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872447-FB41-1FCE-0241-62FBBD09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51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25655-DDD8-116E-0A51-210499659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5C0185-ACBA-2A58-CEE5-410797F13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32EC09-025A-5F21-862F-023A197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4763A7-656E-97FB-9D88-A2DB3288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83EFC5-D176-4067-995E-7781458A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28F7B9-4319-ED16-8718-D8190EA25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48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84323-2302-D0D6-7637-B309EF59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7A5F14-35E9-6541-5B55-CB1CE8A35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98E16D-E880-3E0F-71C6-649DE93BC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592632-ABB7-320A-FE17-FD2099338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812D67-CF12-E7BA-AF13-527410BCD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43BC663-FA73-660B-B0EB-CABDB8E1D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836CE1-F978-3AAE-CCEB-6F0FFE35E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F1010-D29D-1B09-4CDC-30B86ABDD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10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C9FCB-179C-50F0-4DE1-19D8AA06B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429345-4B1C-F38A-C291-2DA03F55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6F57FC-EE21-B6BA-D822-A308E49D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FB6666A-EE0E-0583-811A-3F07508F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9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7C3DE2-55FD-F287-B5C6-DB2EE7AAB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4B6918-A7CC-E7D1-C491-536877C3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6F2BCE-477D-EE19-4122-125A79D5C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37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4A3180-7CD7-965B-EE02-7B1E57AF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94D955-5EE6-702E-AF3A-209F620D1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06F472-932B-162D-1200-D37BEE593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13B39E-7376-EFE2-96B3-E43A1D1D0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D49F10-BA8A-C62E-7107-B9B95AAE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60B757-EA14-BCDD-D4B1-E1FF03D6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70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24174-F482-7314-6515-0D3490568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FF10FC-9249-6025-5028-7A42C2E5A8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9CABC5-16D0-5FAF-4B39-9D501E191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FBC497-F7AB-6BA1-6F49-2FA331DA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F1D713-44DD-43B5-8825-1A7BBE9F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11846D-9C2B-434E-2E24-418769E1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88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44AC3-AB0E-EB29-A098-1FB1A5E4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1A191B-355F-2988-00AA-BE0DD2128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6C540D-108C-4B77-4FB6-F8103ACC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D7A9F1-B54B-D35A-49D5-0E85FCC8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DEEE25-1DF1-8A7C-AB4B-709525A6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0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90BF29-5F62-2561-7F4C-F914D29DF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7F3493-7160-AF12-E000-432E25A9B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4F80EE-3F9B-8F03-218B-7312D286C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7E235-D27F-7409-9C3C-14868140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E1C76-4AD6-A253-3212-2809C65D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99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48FF8F-4611-1D82-2AAF-9DADF8DE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2230C5-A91A-6D62-FCC9-183A56625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57B935-C1EF-052C-9E48-22A33204B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A9739-8C39-416A-A916-9D96AB1BF216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E6EBA8-60BC-45AA-C76E-D8C9403BD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15AD3F-10D9-B575-BF52-2A4766EF6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DEC2A2-EB3A-47A6-A633-6AA57B9E44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69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01048843027-design/jav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B9F36-6B67-D75C-A541-7514706A2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72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ko-KR" sz="9600" b="1" spc="600" dirty="0" err="1"/>
              <a:t>Github</a:t>
            </a:r>
            <a:endParaRPr lang="ko-KR" altLang="en-US" sz="9600" b="1" spc="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8EC5F8-9702-20B3-7F10-883757B49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6242"/>
            <a:ext cx="9144000" cy="1655762"/>
          </a:xfrm>
        </p:spPr>
        <p:txBody>
          <a:bodyPr/>
          <a:lstStyle/>
          <a:p>
            <a:r>
              <a:rPr lang="en-US" altLang="ko-KR" sz="3200" dirty="0"/>
              <a:t>202599029 </a:t>
            </a:r>
            <a:r>
              <a:rPr lang="ko-KR" altLang="en-US" sz="3200" dirty="0" err="1"/>
              <a:t>정예찬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깃허브</a:t>
            </a:r>
            <a:r>
              <a:rPr lang="ko-KR" altLang="en-US" dirty="0"/>
              <a:t> 링크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https://github.com/a01048843027-design/java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4560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83F232-64AA-D726-18FB-7C7A938E2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92" y="854801"/>
            <a:ext cx="10860016" cy="55443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00B9C6-7359-5F9F-B1F7-06B2BA823B20}"/>
              </a:ext>
            </a:extLst>
          </p:cNvPr>
          <p:cNvSpPr txBox="1"/>
          <p:nvPr/>
        </p:nvSpPr>
        <p:spPr>
          <a:xfrm>
            <a:off x="5147035" y="307880"/>
            <a:ext cx="405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과제 전체 구조</a:t>
            </a:r>
          </a:p>
        </p:txBody>
      </p:sp>
    </p:spTree>
    <p:extLst>
      <p:ext uri="{BB962C8B-B14F-4D97-AF65-F5344CB8AC3E}">
        <p14:creationId xmlns:p14="http://schemas.microsoft.com/office/powerpoint/2010/main" val="1786675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35226F-2A7D-8ECA-1818-C78137364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8986"/>
            <a:ext cx="12192000" cy="2657727"/>
          </a:xfrm>
          <a:prstGeom prst="rect">
            <a:avLst/>
          </a:prstGeom>
        </p:spPr>
      </p:pic>
      <p:pic>
        <p:nvPicPr>
          <p:cNvPr id="7" name="그림 6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27EAFC-EFD9-D892-8C7A-2066B35B7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4418"/>
            <a:ext cx="12192000" cy="2192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CBBB21-F6FB-B866-7C8D-51D57C6AC89C}"/>
              </a:ext>
            </a:extLst>
          </p:cNvPr>
          <p:cNvSpPr txBox="1"/>
          <p:nvPr/>
        </p:nvSpPr>
        <p:spPr>
          <a:xfrm>
            <a:off x="4647414" y="292231"/>
            <a:ext cx="22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0904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4459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95EFE7-1762-A63C-0A59-5E008CDCAF97}"/>
              </a:ext>
            </a:extLst>
          </p:cNvPr>
          <p:cNvSpPr txBox="1"/>
          <p:nvPr/>
        </p:nvSpPr>
        <p:spPr>
          <a:xfrm>
            <a:off x="5684363" y="169683"/>
            <a:ext cx="1516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0904 History</a:t>
            </a:r>
            <a:endParaRPr lang="ko-KR" altLang="en-US" dirty="0"/>
          </a:p>
        </p:txBody>
      </p:sp>
      <p:pic>
        <p:nvPicPr>
          <p:cNvPr id="4" name="그림 3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9CCB9A-BF74-A4C2-5027-C2E6F5A3C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650" y="539015"/>
            <a:ext cx="8372250" cy="640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10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B7FE37-A2BE-201E-999E-84DDA9290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846"/>
            <a:ext cx="12192000" cy="35627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004F56-A88C-03D6-3A3B-B53653C09FBD}"/>
              </a:ext>
            </a:extLst>
          </p:cNvPr>
          <p:cNvSpPr txBox="1"/>
          <p:nvPr/>
        </p:nvSpPr>
        <p:spPr>
          <a:xfrm>
            <a:off x="5081047" y="424206"/>
            <a:ext cx="1989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0911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967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9E8A09-F6E0-72D2-BAB1-EE55F3827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043"/>
            <a:ext cx="12192000" cy="48626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7D04FC-BAA9-DAFA-1CAC-D6CE617ACB8E}"/>
              </a:ext>
            </a:extLst>
          </p:cNvPr>
          <p:cNvSpPr txBox="1"/>
          <p:nvPr/>
        </p:nvSpPr>
        <p:spPr>
          <a:xfrm>
            <a:off x="5081047" y="424206"/>
            <a:ext cx="1989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0911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465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0C1126-61F3-018B-079A-89C00B2FB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074" y="46674"/>
            <a:ext cx="7687748" cy="6811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3A47B1-1C2D-359F-E7BB-1A0A41A144CD}"/>
              </a:ext>
            </a:extLst>
          </p:cNvPr>
          <p:cNvSpPr txBox="1"/>
          <p:nvPr/>
        </p:nvSpPr>
        <p:spPr>
          <a:xfrm>
            <a:off x="737648" y="23954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0911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6933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7E4B81-2405-9B51-D158-02383E04D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896"/>
            <a:ext cx="12192000" cy="4874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0381BA-EF9A-31F8-39A4-1DFD2111D9B5}"/>
              </a:ext>
            </a:extLst>
          </p:cNvPr>
          <p:cNvSpPr txBox="1"/>
          <p:nvPr/>
        </p:nvSpPr>
        <p:spPr>
          <a:xfrm>
            <a:off x="4637988" y="348792"/>
            <a:ext cx="2762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0918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4891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A5A7C-0D51-2454-1516-774F538E4D80}"/>
              </a:ext>
            </a:extLst>
          </p:cNvPr>
          <p:cNvSpPr txBox="1"/>
          <p:nvPr/>
        </p:nvSpPr>
        <p:spPr>
          <a:xfrm>
            <a:off x="4637988" y="348792"/>
            <a:ext cx="2762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0918</a:t>
            </a:r>
            <a:endParaRPr lang="ko-KR" altLang="en-US" dirty="0"/>
          </a:p>
        </p:txBody>
      </p:sp>
      <p:pic>
        <p:nvPicPr>
          <p:cNvPr id="6" name="그림 5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F9E920-348E-8841-76F8-AED56818A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112"/>
            <a:ext cx="12192000" cy="537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63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213BD-9834-64A5-C797-33A382BA2B66}"/>
              </a:ext>
            </a:extLst>
          </p:cNvPr>
          <p:cNvSpPr txBox="1"/>
          <p:nvPr/>
        </p:nvSpPr>
        <p:spPr>
          <a:xfrm>
            <a:off x="124905" y="26950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0918 History</a:t>
            </a:r>
            <a:endParaRPr lang="ko-KR" altLang="en-US" dirty="0"/>
          </a:p>
        </p:txBody>
      </p:sp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F2646E-2981-FE40-2415-78F9586A1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755" y="277247"/>
            <a:ext cx="10969451" cy="631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9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7BAFF-F06A-729E-A951-8A652819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2BB319-898F-08F2-B236-43FBBC43CA20}"/>
              </a:ext>
            </a:extLst>
          </p:cNvPr>
          <p:cNvSpPr txBox="1"/>
          <p:nvPr/>
        </p:nvSpPr>
        <p:spPr>
          <a:xfrm>
            <a:off x="153186" y="27724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0918 History</a:t>
            </a:r>
            <a:endParaRPr lang="ko-KR" altLang="en-US" dirty="0"/>
          </a:p>
        </p:txBody>
      </p:sp>
      <p:pic>
        <p:nvPicPr>
          <p:cNvPr id="4" name="그림 3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32982B-4BF2-A951-9CB5-C51D77C5B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513" y="297788"/>
            <a:ext cx="10424301" cy="628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38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24625-0586-96C1-1F87-7CA7FC69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7A2EE4-0C6B-2CFE-DD53-D92504B82C41}"/>
              </a:ext>
            </a:extLst>
          </p:cNvPr>
          <p:cNvSpPr txBox="1"/>
          <p:nvPr/>
        </p:nvSpPr>
        <p:spPr>
          <a:xfrm>
            <a:off x="153186" y="27724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0918 History</a:t>
            </a:r>
            <a:endParaRPr lang="ko-KR" altLang="en-US" dirty="0"/>
          </a:p>
        </p:txBody>
      </p:sp>
      <p:pic>
        <p:nvPicPr>
          <p:cNvPr id="5" name="그림 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064166-740E-C44C-A098-4E6CA765D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64" y="277247"/>
            <a:ext cx="9912715" cy="658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86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A9140A-7EBF-47BE-1897-99683EB71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046"/>
            <a:ext cx="12192000" cy="45607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934858-912A-6279-6F3D-BBCA1218E87B}"/>
              </a:ext>
            </a:extLst>
          </p:cNvPr>
          <p:cNvSpPr txBox="1"/>
          <p:nvPr/>
        </p:nvSpPr>
        <p:spPr>
          <a:xfrm>
            <a:off x="3537409" y="49406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0925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112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B28818-BEA4-39A2-04D9-4B890237C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552"/>
            <a:ext cx="12192000" cy="51584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38AEB6-5EEE-18ED-856B-5714B16A2D1D}"/>
              </a:ext>
            </a:extLst>
          </p:cNvPr>
          <p:cNvSpPr txBox="1"/>
          <p:nvPr/>
        </p:nvSpPr>
        <p:spPr>
          <a:xfrm>
            <a:off x="4244419" y="58833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0925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3622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CA94FD-786D-43A8-3E69-4A43154C1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032" y="0"/>
            <a:ext cx="983696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26607B-C6E3-8822-E16D-0A926A4EBCAC}"/>
              </a:ext>
            </a:extLst>
          </p:cNvPr>
          <p:cNvSpPr txBox="1"/>
          <p:nvPr/>
        </p:nvSpPr>
        <p:spPr>
          <a:xfrm>
            <a:off x="388856" y="5034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0925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0623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A32D5-188B-03A7-B20B-A6C1B5B5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2E9BC3-FA18-F124-6181-449C21BD2F11}"/>
              </a:ext>
            </a:extLst>
          </p:cNvPr>
          <p:cNvSpPr txBox="1"/>
          <p:nvPr/>
        </p:nvSpPr>
        <p:spPr>
          <a:xfrm>
            <a:off x="388856" y="5034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0925 History</a:t>
            </a:r>
            <a:endParaRPr lang="ko-KR" altLang="en-US" dirty="0"/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DEEDC1-9ABF-C1D2-2CE9-DB37C879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1466988"/>
            <a:ext cx="11164858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942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F95919-9974-A2FD-74B8-6028BE9B8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879"/>
            <a:ext cx="12192000" cy="3467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34D4E4-4FFA-DB77-34BE-E215BEAE013C}"/>
              </a:ext>
            </a:extLst>
          </p:cNvPr>
          <p:cNvSpPr txBox="1"/>
          <p:nvPr/>
        </p:nvSpPr>
        <p:spPr>
          <a:xfrm>
            <a:off x="3895627" y="74858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8533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1D4F14-7F15-04DB-1B87-442D99DC3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8576"/>
            <a:ext cx="12192000" cy="4580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0A47B9-9A03-79E9-C35E-69EFCBDC6BE5}"/>
              </a:ext>
            </a:extLst>
          </p:cNvPr>
          <p:cNvSpPr txBox="1"/>
          <p:nvPr/>
        </p:nvSpPr>
        <p:spPr>
          <a:xfrm>
            <a:off x="4178432" y="44692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510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348811-05C3-67A5-04C3-F1FE9981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017" y="0"/>
            <a:ext cx="10400983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5D58D6-5D46-9BE0-3A2B-3B669EC1C7F5}"/>
              </a:ext>
            </a:extLst>
          </p:cNvPr>
          <p:cNvSpPr txBox="1"/>
          <p:nvPr/>
        </p:nvSpPr>
        <p:spPr>
          <a:xfrm>
            <a:off x="256881" y="84285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1002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303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F1D7AE-7ACC-7E25-E85C-CFE681B67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998" y="0"/>
            <a:ext cx="936143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5AFC5A-8B5F-3A37-A2C9-C58E9C8CC36A}"/>
              </a:ext>
            </a:extLst>
          </p:cNvPr>
          <p:cNvSpPr txBox="1"/>
          <p:nvPr/>
        </p:nvSpPr>
        <p:spPr>
          <a:xfrm>
            <a:off x="622169" y="814574"/>
            <a:ext cx="6146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1002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97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번호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0DCA28-14EB-BF0E-4DDA-E960398D7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249" y="1576129"/>
            <a:ext cx="10040751" cy="37057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CB3A91-A9F3-4FA5-E4C9-795C81F0B194}"/>
              </a:ext>
            </a:extLst>
          </p:cNvPr>
          <p:cNvSpPr txBox="1"/>
          <p:nvPr/>
        </p:nvSpPr>
        <p:spPr>
          <a:xfrm>
            <a:off x="245097" y="87113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1002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9667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영수증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0E17A1-ACA6-F9D3-AAA6-90F4B83C9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0136"/>
            <a:ext cx="12192000" cy="2657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CFC330-EE23-5B8C-69B9-11FBEBE5F727}"/>
              </a:ext>
            </a:extLst>
          </p:cNvPr>
          <p:cNvSpPr txBox="1"/>
          <p:nvPr/>
        </p:nvSpPr>
        <p:spPr>
          <a:xfrm>
            <a:off x="2915240" y="95597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1030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9712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번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A2FA83-D310-6715-3DF6-A87946CE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833" y="1185549"/>
            <a:ext cx="10840963" cy="44869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1DD143-DA1B-1899-C67A-22A2231678C4}"/>
              </a:ext>
            </a:extLst>
          </p:cNvPr>
          <p:cNvSpPr txBox="1"/>
          <p:nvPr/>
        </p:nvSpPr>
        <p:spPr>
          <a:xfrm>
            <a:off x="604886" y="58833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1030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608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3C29D9-22A4-0F00-3A82-589A181C4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21017"/>
            <a:ext cx="12192000" cy="1815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D31E30-F583-956F-4515-1C23560CCFD4}"/>
              </a:ext>
            </a:extLst>
          </p:cNvPr>
          <p:cNvSpPr txBox="1"/>
          <p:nvPr/>
        </p:nvSpPr>
        <p:spPr>
          <a:xfrm>
            <a:off x="2839826" y="151215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179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영수증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6DCD20-3349-6674-21EE-569E871BE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4637"/>
            <a:ext cx="12192000" cy="2941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F9F15C-C4B0-8BD0-2C72-A04744C10FF3}"/>
              </a:ext>
            </a:extLst>
          </p:cNvPr>
          <p:cNvSpPr txBox="1"/>
          <p:nvPr/>
        </p:nvSpPr>
        <p:spPr>
          <a:xfrm>
            <a:off x="2820971" y="95597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9128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751433-530F-2F02-99B5-B0BBA5015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389"/>
            <a:ext cx="12192000" cy="44352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03939B-D34C-36A3-C5C3-5214D5A44367}"/>
              </a:ext>
            </a:extLst>
          </p:cNvPr>
          <p:cNvSpPr txBox="1"/>
          <p:nvPr/>
        </p:nvSpPr>
        <p:spPr>
          <a:xfrm>
            <a:off x="2754984" y="51291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975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565394-3603-3D9D-BD77-2946EFBBE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4645"/>
            <a:ext cx="12192000" cy="2448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E68FDA-7D19-EE98-ECBE-78964615EBA6}"/>
              </a:ext>
            </a:extLst>
          </p:cNvPr>
          <p:cNvSpPr txBox="1"/>
          <p:nvPr/>
        </p:nvSpPr>
        <p:spPr>
          <a:xfrm>
            <a:off x="2820972" y="103139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32260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영수증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CCBB97-4E4B-3F92-4CD1-CED7145C1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8078"/>
            <a:ext cx="12192000" cy="37618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A1F6F1-563A-D46B-543A-FB49AE33DA6E}"/>
              </a:ext>
            </a:extLst>
          </p:cNvPr>
          <p:cNvSpPr txBox="1"/>
          <p:nvPr/>
        </p:nvSpPr>
        <p:spPr>
          <a:xfrm>
            <a:off x="3048786" y="64489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539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A5DC74-50DC-5FB9-0BDB-38B2390C9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3191"/>
            <a:ext cx="12192000" cy="38116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7EBA6C-7A28-B3EC-77BB-A4A9F450BD65}"/>
              </a:ext>
            </a:extLst>
          </p:cNvPr>
          <p:cNvSpPr txBox="1"/>
          <p:nvPr/>
        </p:nvSpPr>
        <p:spPr>
          <a:xfrm>
            <a:off x="2962374" y="89941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728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A43552-A885-B672-160B-D99B707AA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7762"/>
            <a:ext cx="12192000" cy="29224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E152EB-9F3C-9404-F826-A4EAE79A8E31}"/>
              </a:ext>
            </a:extLst>
          </p:cNvPr>
          <p:cNvSpPr txBox="1"/>
          <p:nvPr/>
        </p:nvSpPr>
        <p:spPr>
          <a:xfrm>
            <a:off x="2538167" y="112565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4712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EB138B-9D52-F1AB-5AD0-EA18DE32827C}"/>
              </a:ext>
            </a:extLst>
          </p:cNvPr>
          <p:cNvSpPr txBox="1"/>
          <p:nvPr/>
        </p:nvSpPr>
        <p:spPr>
          <a:xfrm>
            <a:off x="162613" y="85228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 History</a:t>
            </a:r>
            <a:endParaRPr lang="ko-KR" altLang="en-US" dirty="0"/>
          </a:p>
        </p:txBody>
      </p:sp>
      <p:pic>
        <p:nvPicPr>
          <p:cNvPr id="7" name="그림 6" descr="텍스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1487AD-F665-0B68-2DF1-1C3690E3D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927" y="0"/>
            <a:ext cx="10575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881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60C6F9-5C19-11F5-15ED-102318E21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669" y="634715"/>
            <a:ext cx="10431331" cy="5268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8CD7C1-5FDA-F88B-977C-8B7348B67522}"/>
              </a:ext>
            </a:extLst>
          </p:cNvPr>
          <p:cNvSpPr txBox="1"/>
          <p:nvPr/>
        </p:nvSpPr>
        <p:spPr>
          <a:xfrm>
            <a:off x="152401" y="95522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1106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5790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B3919E-6275-BC91-8B3A-57F184040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5996"/>
            <a:ext cx="12192000" cy="20020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AE6B6A-2E04-EFF9-128E-04B83F09F014}"/>
              </a:ext>
            </a:extLst>
          </p:cNvPr>
          <p:cNvSpPr txBox="1"/>
          <p:nvPr/>
        </p:nvSpPr>
        <p:spPr>
          <a:xfrm>
            <a:off x="4065310" y="116336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8726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영수증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170A2E-7E73-01D3-6F24-8C51073B7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4671"/>
            <a:ext cx="12192000" cy="28486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E8182F-4559-D0A0-22EA-639F913916B2}"/>
              </a:ext>
            </a:extLst>
          </p:cNvPr>
          <p:cNvSpPr txBox="1"/>
          <p:nvPr/>
        </p:nvSpPr>
        <p:spPr>
          <a:xfrm>
            <a:off x="3048786" y="100311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4467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ADEA0-6F3A-BDFD-F6BE-090E02BB2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511"/>
            <a:ext cx="12192000" cy="4890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8D74E0-3E1B-47B6-1CC3-DB82C2F0948D}"/>
              </a:ext>
            </a:extLst>
          </p:cNvPr>
          <p:cNvSpPr txBox="1"/>
          <p:nvPr/>
        </p:nvSpPr>
        <p:spPr>
          <a:xfrm>
            <a:off x="4178432" y="41864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8842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B8F41F-169A-247A-D6EC-4ADA17A6C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2104840"/>
            <a:ext cx="10898121" cy="2648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630843-7516-A8B6-E47B-C8B36B55283B}"/>
              </a:ext>
            </a:extLst>
          </p:cNvPr>
          <p:cNvSpPr txBox="1"/>
          <p:nvPr/>
        </p:nvSpPr>
        <p:spPr>
          <a:xfrm>
            <a:off x="3754226" y="955977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1113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62396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E2AA4C-72ED-3A3A-D8E0-17E33010F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3544"/>
            <a:ext cx="12192000" cy="1750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9592C9-A717-E4EE-B703-E4E599F621D5}"/>
              </a:ext>
            </a:extLst>
          </p:cNvPr>
          <p:cNvSpPr txBox="1"/>
          <p:nvPr/>
        </p:nvSpPr>
        <p:spPr>
          <a:xfrm>
            <a:off x="4432955" y="122935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2934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영수증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53E57C-9E86-9FFA-B705-377EB37AA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4539"/>
            <a:ext cx="12192000" cy="21089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514A99-F956-96BE-9775-2A9090390EB3}"/>
              </a:ext>
            </a:extLst>
          </p:cNvPr>
          <p:cNvSpPr txBox="1"/>
          <p:nvPr/>
        </p:nvSpPr>
        <p:spPr>
          <a:xfrm>
            <a:off x="3433714" y="121050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63010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영수증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8B1BCC-2A99-93D5-3611-C15207A98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5927"/>
            <a:ext cx="12192000" cy="2806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2206A6-4824-CADD-F83F-5AFECB370228}"/>
              </a:ext>
            </a:extLst>
          </p:cNvPr>
          <p:cNvSpPr txBox="1"/>
          <p:nvPr/>
        </p:nvSpPr>
        <p:spPr>
          <a:xfrm>
            <a:off x="3867347" y="100311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37926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5E938A-41C9-D07F-3CAE-63DEC7EA8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2319182"/>
            <a:ext cx="10679015" cy="22196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7DBE7A-984F-4B89-AC4F-E840D5D7982E}"/>
              </a:ext>
            </a:extLst>
          </p:cNvPr>
          <p:cNvSpPr txBox="1"/>
          <p:nvPr/>
        </p:nvSpPr>
        <p:spPr>
          <a:xfrm>
            <a:off x="4197285" y="1257634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1120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538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F91E76-3EAF-DE3C-4194-758E85792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2237"/>
            <a:ext cx="12192000" cy="3173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2F2845-5D72-D61A-97CD-47618E6D0369}"/>
              </a:ext>
            </a:extLst>
          </p:cNvPr>
          <p:cNvSpPr txBox="1"/>
          <p:nvPr/>
        </p:nvSpPr>
        <p:spPr>
          <a:xfrm>
            <a:off x="3132056" y="70145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1127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65252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1C8AA8-3969-D1C2-4775-69BE1E139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6937"/>
            <a:ext cx="12192000" cy="15841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10E4DE-CBD7-E1BC-A361-4CF796DBA9C9}"/>
              </a:ext>
            </a:extLst>
          </p:cNvPr>
          <p:cNvSpPr txBox="1"/>
          <p:nvPr/>
        </p:nvSpPr>
        <p:spPr>
          <a:xfrm>
            <a:off x="3198043" y="1106805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1127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06599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라인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C09919-C37B-98AD-709E-801F6F9C4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30" y="1967191"/>
            <a:ext cx="10802858" cy="3734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C89711-E127-EE5C-9B11-3CE89243561C}"/>
              </a:ext>
            </a:extLst>
          </p:cNvPr>
          <p:cNvSpPr txBox="1"/>
          <p:nvPr/>
        </p:nvSpPr>
        <p:spPr>
          <a:xfrm>
            <a:off x="3132057" y="97182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1127 History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0903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 rot="16200000">
            <a:off x="2152650" y="1885950"/>
            <a:ext cx="3143250" cy="37401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666750"/>
            <a:ext cx="635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3000"/>
          </a:blip>
          <a:stretch>
            <a:fillRect/>
          </a:stretch>
        </p:blipFill>
        <p:spPr>
          <a:xfrm>
            <a:off x="5607050" y="2425700"/>
            <a:ext cx="5632450" cy="50165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2127250"/>
            <a:ext cx="3257550" cy="32575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14450" y="3340100"/>
            <a:ext cx="2527300" cy="83185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2333" dirty="0">
                <a:solidFill>
                  <a:srgbClr val="FFFFFF"/>
                </a:solidFill>
                <a:ea typeface="Pretendard Medium"/>
              </a:rPr>
              <a:t>9</a:t>
            </a:r>
            <a:r>
              <a:rPr lang="ko-KR" altLang="en-US" sz="2333" dirty="0">
                <a:solidFill>
                  <a:srgbClr val="FFFFFF"/>
                </a:solidFill>
                <a:ea typeface="Pretendard Medium"/>
              </a:rPr>
              <a:t>점</a:t>
            </a:r>
            <a:endParaRPr lang="en" sz="2333" dirty="0">
              <a:solidFill>
                <a:srgbClr val="FFFFFF"/>
              </a:solidFill>
              <a:ea typeface="Pretendar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87400" y="647700"/>
            <a:ext cx="10839450" cy="3556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altLang="en-US" sz="2000" dirty="0">
                <a:solidFill>
                  <a:srgbClr val="000000"/>
                </a:solidFill>
                <a:ea typeface="Pretendard Medium"/>
              </a:rPr>
              <a:t>평가 점수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6400" y="2527300"/>
            <a:ext cx="723900" cy="27305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endParaRPr lang="en" sz="1533" dirty="0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096000" y="2527300"/>
            <a:ext cx="5200650" cy="2730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533" dirty="0">
                <a:solidFill>
                  <a:srgbClr val="000000"/>
                </a:solidFill>
                <a:ea typeface="Pretendard Medium"/>
              </a:rPr>
              <a:t>이 유 </a:t>
            </a:r>
            <a:r>
              <a:rPr lang="en-US" sz="1533" dirty="0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18200" y="3041650"/>
            <a:ext cx="5168900" cy="2701424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49400"/>
              </a:lnSpc>
            </a:pPr>
            <a:r>
              <a:rPr lang="ko-KR" altLang="en-US" sz="1600" b="1" dirty="0"/>
              <a:t>모든 파일을 기간내에 올리기는 하였으나 당일이나 다음날에 </a:t>
            </a:r>
            <a:r>
              <a:rPr lang="ko-KR" altLang="en-US" sz="1600" b="1" dirty="0" err="1"/>
              <a:t>올리는것이</a:t>
            </a:r>
            <a:r>
              <a:rPr lang="ko-KR" altLang="en-US" sz="1600" b="1" dirty="0"/>
              <a:t> 아닌 자바 수업 직전에 올린 파일이 많아 </a:t>
            </a:r>
            <a:r>
              <a:rPr lang="en-US" altLang="ko-KR" sz="1600" b="1" dirty="0"/>
              <a:t>9</a:t>
            </a:r>
            <a:r>
              <a:rPr lang="ko-KR" altLang="en-US" sz="1600" b="1" dirty="0"/>
              <a:t>점</a:t>
            </a:r>
            <a:r>
              <a:rPr lang="ko-KR" altLang="en-US" sz="1600" dirty="0"/>
              <a:t>을 부여합니다</a:t>
            </a:r>
            <a:r>
              <a:rPr lang="en-US" sz="1400" dirty="0">
                <a:solidFill>
                  <a:srgbClr val="000000"/>
                </a:solidFill>
                <a:latin typeface="Pretendard Regula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104</Words>
  <Application>Microsoft Office PowerPoint</Application>
  <PresentationFormat>와이드스크린</PresentationFormat>
  <Paragraphs>48</Paragraphs>
  <Slides>44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9" baseType="lpstr">
      <vt:lpstr>Pretendard Medium</vt:lpstr>
      <vt:lpstr>Pretendard Regular</vt:lpstr>
      <vt:lpstr>Arial</vt:lpstr>
      <vt:lpstr>맑은 고딕</vt:lpstr>
      <vt:lpstr>Office 테마</vt:lpstr>
      <vt:lpstr>Github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</dc:title>
  <dc:creator>예찬 정</dc:creator>
  <cp:lastModifiedBy>DIT</cp:lastModifiedBy>
  <cp:revision>2</cp:revision>
  <dcterms:created xsi:type="dcterms:W3CDTF">2025-12-10T16:04:49Z</dcterms:created>
  <dcterms:modified xsi:type="dcterms:W3CDTF">2025-12-11T04:51:22Z</dcterms:modified>
</cp:coreProperties>
</file>